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268b512c2943c9" /><Relationship Type="http://schemas.openxmlformats.org/officeDocument/2006/relationships/extended-properties" Target="/docProps/app.xml" Id="R06fd5d0eaed84c6f" /><Relationship Type="http://schemas.openxmlformats.org/officeDocument/2006/relationships/officeDocument" Target="/ppt/presentation.xml" Id="R5a144fcc4160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5f3754ace54f84"/>
  </p:sldMasterIdLst>
  <p:notesMasterIdLst>
    <p:notesMasterId xmlns:r="http://schemas.openxmlformats.org/officeDocument/2006/relationships" r:id="R108142d0e4594315"/>
  </p:notesMasterIdLst>
  <p:sldIdLst>
    <p:sldId xmlns:r="http://schemas.openxmlformats.org/officeDocument/2006/relationships" id="256" r:id="R97a2194db1344086"/>
    <p:sldId xmlns:r="http://schemas.openxmlformats.org/officeDocument/2006/relationships" id="257" r:id="Rc2607d87d4b742c8"/>
    <p:sldId xmlns:r="http://schemas.openxmlformats.org/officeDocument/2006/relationships" id="258" r:id="R3e5bd0f62fc04698"/>
    <p:sldId xmlns:r="http://schemas.openxmlformats.org/officeDocument/2006/relationships" id="259" r:id="R41dcf398b1e74652"/>
    <p:sldId xmlns:r="http://schemas.openxmlformats.org/officeDocument/2006/relationships" id="260" r:id="R34685040f3c7418e"/>
    <p:sldId xmlns:r="http://schemas.openxmlformats.org/officeDocument/2006/relationships" id="261" r:id="Ref78b3761b0d4524"/>
    <p:sldId xmlns:r="http://schemas.openxmlformats.org/officeDocument/2006/relationships" id="262" r:id="R16bb9ace64fe42b9"/>
    <p:sldId xmlns:r="http://schemas.openxmlformats.org/officeDocument/2006/relationships" id="263" r:id="Rf7675b73260c4f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d3259cb504a52" /><Relationship Type="http://schemas.openxmlformats.org/officeDocument/2006/relationships/slideMaster" Target="/ppt/slideMasters/slideMaster1.xml" Id="Rd45f3754ace54f84" /><Relationship Type="http://schemas.openxmlformats.org/officeDocument/2006/relationships/notesMaster" Target="/ppt/notesMasters/notesMaster1.xml" Id="R108142d0e4594315" /><Relationship Type="http://schemas.openxmlformats.org/officeDocument/2006/relationships/presProps" Target="/ppt/presProps.xml" Id="Rd8ad846569c24db4" /><Relationship Type="http://schemas.openxmlformats.org/officeDocument/2006/relationships/tableStyles" Target="/ppt/tableStyles.xml" Id="R3c7792e7fe08408f" /><Relationship Type="http://schemas.openxmlformats.org/officeDocument/2006/relationships/slide" Target="/ppt/slides/slide1.xml" Id="R97a2194db1344086" /><Relationship Type="http://schemas.openxmlformats.org/officeDocument/2006/relationships/slide" Target="/ppt/slides/slide2.xml" Id="Rc2607d87d4b742c8" /><Relationship Type="http://schemas.openxmlformats.org/officeDocument/2006/relationships/slide" Target="/ppt/slides/slide3.xml" Id="R3e5bd0f62fc04698" /><Relationship Type="http://schemas.openxmlformats.org/officeDocument/2006/relationships/slide" Target="/ppt/slides/slide4.xml" Id="R41dcf398b1e74652" /><Relationship Type="http://schemas.openxmlformats.org/officeDocument/2006/relationships/slide" Target="/ppt/slides/slide5.xml" Id="R34685040f3c7418e" /><Relationship Type="http://schemas.openxmlformats.org/officeDocument/2006/relationships/slide" Target="/ppt/slides/slide6.xml" Id="Ref78b3761b0d4524" /><Relationship Type="http://schemas.openxmlformats.org/officeDocument/2006/relationships/slide" Target="/ppt/slides/slide7.xml" Id="R16bb9ace64fe42b9" /><Relationship Type="http://schemas.openxmlformats.org/officeDocument/2006/relationships/slide" Target="/ppt/slides/slide8.xml" Id="Rf7675b73260c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b75711327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f7bee26d440c1" /><Relationship Type="http://schemas.openxmlformats.org/officeDocument/2006/relationships/notesMaster" Target="/ppt/notesMasters/notesMaster1.xml" Id="R29c1d2fe997e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9768f60174f1f" /><Relationship Type="http://schemas.openxmlformats.org/officeDocument/2006/relationships/notesMaster" Target="/ppt/notesMasters/notesMaster1.xml" Id="R40bf4e23d55a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3ddfac68c467d" /><Relationship Type="http://schemas.openxmlformats.org/officeDocument/2006/relationships/notesMaster" Target="/ppt/notesMasters/notesMaster1.xml" Id="Ra159cac42294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ab4903ac7a4ba7" /><Relationship Type="http://schemas.openxmlformats.org/officeDocument/2006/relationships/notesMaster" Target="/ppt/notesMasters/notesMaster1.xml" Id="Re567cd7d14014a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29085b5674442" /><Relationship Type="http://schemas.openxmlformats.org/officeDocument/2006/relationships/notesMaster" Target="/ppt/notesMasters/notesMaster1.xml" Id="R736d67504fb9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39e214d2d74857" /><Relationship Type="http://schemas.openxmlformats.org/officeDocument/2006/relationships/notesMaster" Target="/ppt/notesMasters/notesMaster1.xml" Id="Rd4eb730563fd4c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911139f8a54ea5" /><Relationship Type="http://schemas.openxmlformats.org/officeDocument/2006/relationships/notesMaster" Target="/ppt/notesMasters/notesMaster1.xml" Id="Rae7b46e7288b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87a7b5de24ace" /><Relationship Type="http://schemas.openxmlformats.org/officeDocument/2006/relationships/notesMaster" Target="/ppt/notesMasters/notesMaster1.xml" Id="R85001131f494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Проверенный демонстрационный импорт выполнен на открытом каталоге DummyJSON Products.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DummyJSON Products API, https://dummyjson.com/docs/products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194 изображения анонса + 194 детальных изображения + 280 файлов галереи.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4c68caaff48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aa1f72b5c4266" /><Relationship Type="http://schemas.openxmlformats.org/officeDocument/2006/relationships/slideLayout" Target="/ppt/slideLayouts/slideLayout1.xml" Id="Rdd5490f990d4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5490f990d440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93b88f45f4757" /><Relationship Type="http://schemas.openxmlformats.org/officeDocument/2006/relationships/notesSlide" Target="/ppt/notesSlides/notesSlide1.xml" Id="Ra67310e12bfc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fb9d73ab0494a" /><Relationship Type="http://schemas.openxmlformats.org/officeDocument/2006/relationships/image" Target="/ppt/media/image.png" Id="Rb277d335d10d4ed9" /><Relationship Type="http://schemas.openxmlformats.org/officeDocument/2006/relationships/notesSlide" Target="/ppt/notesSlides/notesSlide2.xml" Id="Rb9585ed5088f40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c3bed7a14265" /><Relationship Type="http://schemas.openxmlformats.org/officeDocument/2006/relationships/notesSlide" Target="/ppt/notesSlides/notesSlide3.xml" Id="Rf3fcc7cf9927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c3461784844c3" /><Relationship Type="http://schemas.openxmlformats.org/officeDocument/2006/relationships/notesSlide" Target="/ppt/notesSlides/notesSlide4.xml" Id="R9e9f811bc4c842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e20a6bb6645dc" /><Relationship Type="http://schemas.openxmlformats.org/officeDocument/2006/relationships/image" Target="/ppt/media/image.jpeg" Id="R0b30ea4ec7304ac3" /><Relationship Type="http://schemas.openxmlformats.org/officeDocument/2006/relationships/notesSlide" Target="/ppt/notesSlides/notesSlide5.xml" Id="Rd10a997fafac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925ab8517485e" /><Relationship Type="http://schemas.openxmlformats.org/officeDocument/2006/relationships/image" Target="/ppt/media/image2.jpeg" Id="Re620cff17806416d" /><Relationship Type="http://schemas.openxmlformats.org/officeDocument/2006/relationships/notesSlide" Target="/ppt/notesSlides/notesSlide6.xml" Id="Rcb827b7e144440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92b628e4d44ee" /><Relationship Type="http://schemas.openxmlformats.org/officeDocument/2006/relationships/notesSlide" Target="/ppt/notesSlides/notesSlide7.xml" Id="R58da4303679240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e0412f954427" /><Relationship Type="http://schemas.openxmlformats.org/officeDocument/2006/relationships/notesSlide" Target="/ppt/notesSlides/notesSlide8.xml" Id="Rd8868e4eab0146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892F9-6E1D-4CBA-A416-C614DE63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14300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1F675-4461-47CA-AB36-552858B6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C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AA1FE-E196-4E10-8897-33073878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33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35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69D8-0643-428D-887C-FCC98BC8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2475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D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BCA"/>
                </a:solidFill>
                <a:latin typeface="Arial"/>
                <a:ea typeface="Arial"/>
                <a:cs typeface="Arial"/>
              </a:rPr>
              <a:t>МОДУЛЬ ДЛЯ 1С-БИТРИКС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58D83-6058-4A11-BA00-4218E8F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Импорт из Excel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слепой записи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F2299-CCE8-4A24-B37E-D6217983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E0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E0E6"/>
                </a:solidFill>
                <a:latin typeface="Arial"/>
                <a:ea typeface="Arial"/>
                <a:cs typeface="Arial"/>
              </a:rPr>
              <a:t>XLSX, XLS, ODS и CSV → разделы, свойства, тексты и изображения в новом или существующем инфоблоке.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4E355-9C89-42AC-819D-EE290DE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451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B1F7A-5B0A-4BDB-9F45-BCF343C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проверка. Потом — контролируемый импорт.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804F-E6ED-45BB-93BF-4DDC3026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1790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D0FEA-70D7-4631-8F66-A3C8FFBB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BD281-EFD8-4769-8F05-FF58B7C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860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товара в сквозном тесте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2FA59-E3DE-4379-A76F-449A925F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33550"/>
            <a:ext cx="1790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268E0-CB72-43B4-A78B-B00388D7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668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483BB-519E-4D9E-920E-ACAFF1B1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860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файлов изображений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7E4EF-CAD8-4D1D-826F-D028E292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7528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5C67C-C9D1-465D-BEAA-3ABC212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FD029-FAB8-445E-9137-B5E28D1F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ошибок проверки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EE9B7-09AB-4D04-8B4E-0D6FD445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84E56-7456-4EA6-AA01-EB6A409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8134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7DAF4-4498-46DE-BCFB-2B2947D5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От рабочей книги — к понятной структуре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284AB-B580-4E05-9A72-7AFA39B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B78E7-26DE-473F-AA71-5ABF1570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Модуль показывает листы и первые строки, а пользователь выбирает правильный заголовок.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7d335d10d4ed9"/>
          <a:srcRect xmlns:a="http://schemas.openxmlformats.org/drawingml/2006/main" l="0" t="10991" r="0" b="10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9F557-0E2F-433B-8EC8-B3FA4BA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724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4140F-5226-46DE-8312-EBD77A6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РЕАЛЬНАЯ ТЕСТОВАЯ КНИГА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32E3-1130-43B0-AFEC-B96B897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2 листа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60BE3-29DB-4505-AE86-7A69EDF0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Каталог товаров</a:t>
            </a:r>
          </a:p>
          <a:p xmlns:a="http://schemas.openxmlformats.org/drawingml/2006/main">
            <a:pPr algn="l">
              <a:defRPr sz="14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Категории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F89FD-ABB0-4D65-A2C5-DDEEADEF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28 колонок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9B646-DCE6-4446-83E7-FA017D2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цены · остатки · размеры</a:t>
            </a:r>
          </a:p>
          <a:p xmlns:a="http://schemas.openxmlformats.org/drawingml/2006/main">
            <a:pPr algn="l">
              <a:defRPr sz="14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тексты · теги · изображения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FBFCB-6CD6-405B-8B57-F88D2181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2895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FF5CD-A4B6-4E8B-8652-9DE60524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8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Нужный лист выбирается до импорта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F3D90-2701-40C7-B39F-2BB6F484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696A4-6705-4075-9EAC-9F72256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0825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B4F3F-4639-4F4E-A007-75AC0135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Модуль помогает, но не угадывает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0ED6A-92D3-4328-B28C-CA6D9A9F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56E73-C511-48A0-A278-96CDF24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Однозначные назначения распознаются автоматически. Всё спорное остаётся за пользователем.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7702E-A1FF-48F9-86FC-836C579F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04800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EF8EC-3487-4A56-8915-2F83CEF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048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75192-BE08-4EF8-BD65-8A1DC2C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5A5A9-B8C3-4B22-A18D-BC0271D9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193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РАСПОЗНАНО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EE073-B662-4982-994C-668950D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Название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78618-CE57-4B2E-A655-B41EF227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→ Название элемента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EF44B-4C7A-4915-87F8-47BC1FB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304800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6C1B5-6E5A-421E-B2CC-74517EAE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3048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A2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B9D9E-A269-406E-A345-8295D0C8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DB5EB-4860-4FDB-AB06-0A323247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8A2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8A22"/>
                </a:solidFill>
                <a:latin typeface="Arial"/>
                <a:ea typeface="Arial"/>
                <a:cs typeface="Arial"/>
              </a:rPr>
              <a:t>НУЖНО ВЫБРАТЬ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8C1F6-0189-48DF-8DA3-597B8B7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Внутренний код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E3BCA-34FE-49F2-9744-6AF978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→ — выбрать значение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0B69B-6895-4B8E-88BE-F39B6D55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85950"/>
            <a:ext cx="304800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FB27D-0BC6-441A-A1E0-19DB37F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85950"/>
            <a:ext cx="3048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A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D00C0-D556-402E-BE8D-9C62FD8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52650"/>
            <a:ext cx="1809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97474-5A54-4BF7-9D26-914960C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193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НАСТРОЕНО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A0AEA-AB5D-4007-82C6-A026EE8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Артикул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9D11F-8285-4BA2-B655-22044F0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→ ARTIKUL · строка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83057-46C0-4101-AFA8-E57DF12C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8679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C7144-3905-4B12-97C6-A5F1E50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6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Одна колонка — одно назначение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C176D-C6A6-473C-A053-C605C669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Существующее свойство выбирается по имени и коду. Для нового свойства открывается отдельное окно с типом, множественностью, обязательностью и редактируемым символьным кодом.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3F01B-7608-4657-ADE7-BEA3C69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9B4B2-3B96-4EE2-86E5-8CCFA87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8782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57CDB-3158-4E9D-8F6A-031B875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Сначала проверка, потом запись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CDAFB-CFF5-4FFA-A7B2-DC8BFB36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4A3F9-F3B9-45DE-AC7B-C5CC72D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Контрольный запуск рассчитывает результат и объём восстановления, но не меняет каталог.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AC319-BF9A-4192-9B0A-8A1C12B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6E77B-096E-4B27-A07F-0EFC10C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43298-90BB-4929-9E43-52F0F2CB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прочитано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73C69-A2AA-4A8F-B321-3AC7AFB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240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E1A6C-6B09-4390-8F2E-0424F0A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2337E-C384-48C7-8032-32A7747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76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будет добавлено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290DF-A9C0-40CB-8BD4-E28C987F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40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4B576-FCC2-45E4-987F-29CEFF01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955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143CE-5D44-42DF-A74C-E976DAD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76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будет обновлено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B871C-D4AE-404A-854F-B5D319D9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43941-A96C-4579-809B-286755B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7C9C3-A65D-4BDD-9BC9-45024581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76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ошибок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63341-7F19-4A88-A9FA-0EE4214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3345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CD01F-BD99-4C34-813D-6986100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Откат — до нажатия «Импортировать»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1B0E9-789D-4E07-9F63-A82432C6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E4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E4D4"/>
                </a:solidFill>
                <a:latin typeface="Arial"/>
                <a:ea typeface="Arial"/>
                <a:cs typeface="Arial"/>
              </a:rPr>
              <a:t>29,5 МБ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72FA4-05C9-40FE-994B-DD1C1E77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291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6E2E8"/>
                </a:solidFill>
                <a:latin typeface="Arial"/>
                <a:ea typeface="Arial"/>
                <a:cs typeface="Arial"/>
              </a:rPr>
              <a:t>668 файлов для резервной копии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DBCAF-582B-4FE7-90F9-D1862F2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2381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51EB1-E7E8-4C05-8DE5-C11480E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Выполнить импорт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FFAA4-9F27-42E3-91AE-BF53B6B3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Пользователь может сохранить откат или импортировать без него — решение принимается с понятной оценкой места.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09EF8-BDEC-4438-9304-43FF07B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5C8BE-ACB6-48E2-A907-D90ADB8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6801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BBAD3-031D-4DA2-8F4E-FAF681F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Вложенность создаётся штатными разделами Битрикс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88BF9-72B4-4557-8A63-4DEBBC7D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D4EED-706A-48B0-86FC-7C33C56D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Уровни таблицы превращаются в родительские и дочерние CIBlockSection.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0ea4ec7304ac3"/>
          <a:srcRect xmlns:a="http://schemas.openxmlformats.org/drawingml/2006/main" l="0" t="24322" r="0" b="2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1752600"/>
            <a:ext cx="7391400" cy="4152900"/>
          </a:xfrm>
          <a:prstGeom xmlns:a="http://schemas.openxmlformats.org/drawingml/2006/main" prst="roundRect">
            <a:avLst>
              <a:gd name="adj" fmla="val 4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DFD41-420F-4341-8FC2-E1E76A3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857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F9A7E-DE5B-4716-80B7-30ACCC1A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88D1D-BFEF-4160-B0C4-0CC3A969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верхних разделов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10FC-BC04-450C-AD69-9B01191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857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E9C53-48B7-4E70-98FF-82ED010A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8A855-0EF5-4B6B-85B0-A5CEF71C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дочерних раздела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586FC-0DF6-4A53-A458-194498A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05AB2-5F09-4009-89AB-5AF60AFA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30 разделов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9E769-F1C5-4422-A499-6103DAA8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и корректный путь</a:t>
            </a:r>
          </a:p>
          <a:p xmlns:a="http://schemas.openxmlformats.org/drawingml/2006/main">
            <a:pPr algn="l">
              <a:defRPr sz="120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до самого глубокого уровня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0070E-2921-4EC5-AD9E-5194503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B0B52-5CD6-41C5-980D-F615095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779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D217B-0280-40C0-9D2B-3E0698D7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Полный каталог создан в новом инфоблоке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C2877-A432-4AD8-BB3A-06CD4539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739A-74AB-4A7A-8067-D12C3BFF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Товары, свойства, тексты и внешние изображения доступны штатной административной части.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0cff17806416d"/>
          <a:srcRect xmlns:a="http://schemas.openxmlformats.org/drawingml/2006/main" l="45" t="0" r="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7239000" cy="4076700"/>
          </a:xfrm>
          <a:prstGeom xmlns:a="http://schemas.openxmlformats.org/drawingml/2006/main" prst="roundRect">
            <a:avLst>
              <a:gd name="adj" fmla="val 420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3FC84-1315-4DA9-B99A-6D1C526A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29527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035EB-844B-4B88-94F3-D842215E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0FCE-C002-4E0F-B40D-8CBCA45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05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товара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D2E09-4C07-44A5-9137-3CD84EE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527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2C191-49D7-4146-BA75-8A63948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AE1B8-6484-46FB-BF9A-603790D5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свойств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26AA9-1CFA-4660-B5C7-E6BC089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29527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97044-32B6-4C05-893D-6DE3261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DDBF7-BBDE-426C-930F-382D3ADE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8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8DF"/>
                </a:solidFill>
                <a:latin typeface="Arial"/>
                <a:ea typeface="Arial"/>
                <a:cs typeface="Arial"/>
              </a:rPr>
              <a:t>изображений скачано</a:t>
            </a:r>
          </a:p>
          <a:p xmlns:a="http://schemas.openxmlformats.org/drawingml/2006/main">
            <a:pPr algn="l">
              <a:defRPr sz="1275" b="0">
                <a:solidFill>
                  <a:srgbClr val="C8D8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8DF"/>
                </a:solidFill>
                <a:latin typeface="Arial"/>
                <a:ea typeface="Arial"/>
                <a:cs typeface="Arial"/>
              </a:rPr>
              <a:t>и сохранено в Битрикс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E994A-6BC9-4C4E-8F57-73475CA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D0AAE-3E62-42F0-9BE4-1C423A8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7249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F3EA-F061-4922-9D12-513F48CD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Один интерфейс для нового и существующего каталога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2B7E9-625C-43E8-BE5D-76775EB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C98E5-0E09-4F98-86DB-6BA60003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Профиль хранит структуру и правила; рабочий файл можно менять при каждом запуске.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F2593-8160-438F-885C-E8AB075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F58A-449E-4A66-9D03-E4771219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0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F58BC-B857-440C-A8E1-1B5B7EF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НОВЫЙ ИНФОБЛОК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65E63-B8DD-4803-BC68-A7ACF361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Создать структуру</a:t>
            </a:r>
          </a:p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с нуля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9C1FB-C6F0-4CD2-B9D7-27319D7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указать название и тип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создать свойства из колонок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построить вложенные разделы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заполнить URL-шаблоны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3955F-19AF-4AEB-B81B-241A21C7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66900"/>
            <a:ext cx="47625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1A154-99BB-40F7-BEDD-9F0D587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552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ED47A-29F9-4F03-8109-F97C1712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0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8FA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FAF"/>
                </a:solidFill>
                <a:latin typeface="Arial"/>
                <a:ea typeface="Arial"/>
                <a:cs typeface="Arial"/>
              </a:rPr>
              <a:t>СУЩЕСТВУЮЩИЙ ИНФОБЛОК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CF00D-79E4-46D1-AB13-15DDED8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Обновить без</a:t>
            </a:r>
          </a:p>
          <a:p xmlns:a="http://schemas.openxmlformats.org/drawingml/2006/main">
            <a:pPr algn="l"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дублирования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627DB-7110-4BC9-80E3-D27E115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766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выбрать реальные свойства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найти элементы по артикулу или ID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обновлять только назначенные поля</a:t>
            </a:r>
          </a:p>
          <a:p xmlns:a="http://schemas.openxmlformats.org/drawingml/2006/main">
            <a:pPr algn="l">
              <a:defRPr sz="1350" b="0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D78"/>
                </a:solidFill>
                <a:latin typeface="Arial"/>
                <a:ea typeface="Arial"/>
                <a:cs typeface="Arial"/>
              </a:rPr>
              <a:t>• не менять существующие URL-шаблоны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5371C-C7C8-4798-BA0A-590862E8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67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6ACC0-1E79-4D75-A29F-6886D0B6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925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Режимы записи: добавить · обновить · добавить и обновить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54FF0-4F13-4220-ADD7-ED889F17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1052D-D026-4712-A12F-106A115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293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3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1036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EFB46-E665-44E1-A014-D369073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428750"/>
            <a:ext cx="495300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7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52A86-93D7-4254-A244-FC96173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35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A5AE9-443B-4077-B657-B278A9D3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DB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BCA"/>
                </a:solidFill>
                <a:latin typeface="Arial"/>
                <a:ea typeface="Arial"/>
                <a:cs typeface="Arial"/>
              </a:rPr>
              <a:t>ГОТОВО К УСТАНОВКЕ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904F2-A248-4B4D-B765-4B0D8DA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Каталог меняется.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остаётся.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3E514-DD37-48D3-BAA5-7EBFD67C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2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2E8"/>
                </a:solidFill>
                <a:latin typeface="Arial"/>
                <a:ea typeface="Arial"/>
                <a:cs typeface="Arial"/>
              </a:rPr>
              <a:t>Импорт из Excel для 1С-Битрикс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28D85-CCAF-43C5-9AD1-C6717B1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4857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5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BF2CA-5C05-41CC-9863-C440706A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github.com/YuryGorshkov/IMPORT_FROM_EXCEL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55EF-C61E-4CF9-81CE-CF9951ED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C7"/>
                </a:solidFill>
                <a:latin typeface="Arial"/>
                <a:ea typeface="Arial"/>
                <a:cs typeface="Arial"/>
              </a:rPr>
              <a:t>Профили · проверка · изображения · разделы · история · откат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89363-F9FF-4E5C-A46F-F3DB8D0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276600" cy="2438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B341A-FF90-4485-A216-04E99CC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194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006AE-676D-41E1-A19F-A8C32E5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D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6D78"/>
                </a:solidFill>
                <a:latin typeface="Arial"/>
                <a:ea typeface="Arial"/>
                <a:cs typeface="Arial"/>
              </a:rPr>
              <a:t>товара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9B01D-1875-49CF-9C0B-E19E3AD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30 разделов · 18 свойств</a:t>
            </a:r>
          </a:p>
          <a:p xmlns:a="http://schemas.openxmlformats.org/drawingml/2006/main">
            <a:pPr algn="ctr">
              <a:defRPr sz="1350" b="1">
                <a:solidFill>
                  <a:srgbClr val="2F95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56E"/>
                </a:solidFill>
                <a:latin typeface="Arial"/>
                <a:ea typeface="Arial"/>
                <a:cs typeface="Arial"/>
              </a:rPr>
              <a:t>668 изображений · 0 ошибок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B8D9C-1EAD-4132-86DF-C3F7DFBA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WEBENOT · IMPORT FROM 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C29C8-15CC-4A44-A4EA-35A7F03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B2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DB2B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3671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2026-09-26T10:10:18.6830000Z</dcterms:created>
  <dcterms:modified xsi:type="dcterms:W3CDTF">2026-09-26T10:10:18.6830000Z</dcterms:modified>
</coreProperties>
</file>